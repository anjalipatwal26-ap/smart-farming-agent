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244694573"/>
              </p:ext>
            </p:extLst>
          </p:nvPr>
        </p:nvGraphicFramePr>
        <p:xfrm>
          <a:off x="1299257" y="2600315"/>
          <a:ext cx="9394989" cy="2188114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42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Anjali Patwal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anjalipatwal817@gmail.com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9368148046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Agriculture]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Smart Farming Agent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3443B0-0ED1-2746-6E91-49CA1FC4F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145" y="3657600"/>
            <a:ext cx="1135117" cy="1109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165753"/>
            <a:ext cx="1060704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AI Agent for Smart Farming Advice </a:t>
            </a:r>
            <a:endParaRPr lang="en-US" dirty="0"/>
          </a:p>
          <a:p>
            <a:pPr fontAlgn="base"/>
            <a:endParaRPr lang="en-US" b="1" dirty="0"/>
          </a:p>
          <a:p>
            <a:pPr algn="just"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Small-scale farmers lack access to expert agricultural guidance</a:t>
            </a: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No real-time data on weather, soil conditions, or market prices</a:t>
            </a: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Language barrier — most tools are English-only</a:t>
            </a: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Knowledge gap leads to poor crop yield and income loss</a:t>
            </a: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Pest &amp; disease identification is difficult without experts</a:t>
            </a:r>
          </a:p>
          <a:p>
            <a:pPr algn="just" fontAlgn="base"/>
            <a:r>
              <a:rPr lang="en-US" dirty="0"/>
              <a:t>. 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Build KisanAI — an AI agent for smart farming advice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Use RAG to retrieve trusted data from farming knowledge base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Integrate live weather &amp; mandi (market) prices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Support Hindi &amp; English for rural accessibility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Provide crop, soil, pest &amp; fertilizer guidance</a:t>
            </a:r>
          </a:p>
          <a:p>
            <a:pPr marL="342900" indent="-3429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Powered by IBM </a:t>
            </a:r>
            <a:r>
              <a:rPr lang="en-US" dirty="0" err="1">
                <a:solidFill>
                  <a:schemeClr val="tx1"/>
                </a:solidFill>
              </a:rPr>
              <a:t>Watsonx</a:t>
            </a:r>
            <a:r>
              <a:rPr lang="en-US" dirty="0">
                <a:solidFill>
                  <a:schemeClr val="tx1"/>
                </a:solidFill>
              </a:rPr>
              <a:t> AI &amp; Granite Models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I used:</a:t>
            </a:r>
            <a:endParaRPr lang="en-IN" dirty="0">
              <a:highlight>
                <a:srgbClr val="FFFF00"/>
              </a:highlight>
            </a:endParaRP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highlight>
                  <a:srgbClr val="FFFF00"/>
                </a:highlight>
              </a:rPr>
              <a:t>IBM </a:t>
            </a:r>
            <a:r>
              <a:rPr lang="en-US" dirty="0" err="1">
                <a:solidFill>
                  <a:srgbClr val="374151"/>
                </a:solidFill>
                <a:highlight>
                  <a:srgbClr val="FFFF00"/>
                </a:highlight>
              </a:rPr>
              <a:t>Watsonx</a:t>
            </a:r>
            <a:r>
              <a:rPr lang="en-US" dirty="0">
                <a:solidFill>
                  <a:srgbClr val="374151"/>
                </a:solidFill>
                <a:highlight>
                  <a:srgbClr val="FFFF00"/>
                </a:highlight>
              </a:rPr>
              <a:t> AI,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  <a:highlight>
                  <a:srgbClr val="FFFF00"/>
                </a:highlight>
              </a:rPr>
              <a:t> </a:t>
            </a: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IBM Granite LLM,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 RAG Pipeline, 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74151"/>
                </a:solidFill>
                <a:highlight>
                  <a:srgbClr val="FFFF00"/>
                </a:highlight>
              </a:rPr>
              <a:t>OpenWeather</a:t>
            </a: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 API, 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DuckDuckGo Search,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Python + Flask,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374151"/>
                </a:solidFill>
                <a:highlight>
                  <a:srgbClr val="FFFF00"/>
                </a:highlight>
              </a:rPr>
              <a:t>ChromaDB</a:t>
            </a:r>
            <a:r>
              <a:rPr lang="en-US" b="1" dirty="0">
                <a:solidFill>
                  <a:srgbClr val="374151"/>
                </a:solidFill>
                <a:highlight>
                  <a:srgbClr val="FFFF00"/>
                </a:highlight>
              </a:rPr>
              <a:t> + </a:t>
            </a:r>
            <a:r>
              <a:rPr lang="en-US" b="1" dirty="0" err="1">
                <a:solidFill>
                  <a:srgbClr val="374151"/>
                </a:solidFill>
                <a:highlight>
                  <a:srgbClr val="FFFF00"/>
                </a:highlight>
              </a:rPr>
              <a:t>HuggingFace</a:t>
            </a:r>
            <a:endParaRPr lang="en-US" dirty="0">
              <a:highlight>
                <a:srgbClr val="FFFF00"/>
              </a:highlight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>
              <a:highlight>
                <a:srgbClr val="FFFF00"/>
              </a:highlight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>
              <a:highlight>
                <a:srgbClr val="FFFF00"/>
              </a:highlight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algn="just"/>
            <a:r>
              <a:rPr lang="en-US" b="1" dirty="0"/>
              <a:t>Proposed </a:t>
            </a:r>
            <a:r>
              <a:rPr lang="en-US" b="1" dirty="0" err="1"/>
              <a:t>Solution:KisanAI</a:t>
            </a:r>
            <a:endParaRPr lang="en-US" b="1" dirty="0"/>
          </a:p>
          <a:p>
            <a:pPr algn="just"/>
            <a:r>
              <a:rPr lang="en-US" dirty="0">
                <a:solidFill>
                  <a:schemeClr val="tx1"/>
                </a:solidFill>
              </a:rPr>
              <a:t>KisanAI is a full-stack AI agent that combines IBM </a:t>
            </a:r>
            <a:r>
              <a:rPr lang="en-US" dirty="0" err="1">
                <a:solidFill>
                  <a:schemeClr val="tx1"/>
                </a:solidFill>
              </a:rPr>
              <a:t>Watsonx</a:t>
            </a:r>
            <a:r>
              <a:rPr lang="en-US" dirty="0">
                <a:solidFill>
                  <a:schemeClr val="tx1"/>
                </a:solidFill>
              </a:rPr>
              <a:t> AI, RAG pipeline, live APIs, and a React chat interface to deliver real-time, localized farming guidance to small-scale Indian farmers in Hindi and English.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AI Chat Interface:</a:t>
            </a:r>
            <a:r>
              <a:rPr lang="en-US" dirty="0">
                <a:solidFill>
                  <a:schemeClr val="tx1"/>
                </a:solidFill>
              </a:rPr>
              <a:t> Farmers ask questions in Hindi or English. IBM Granite LLM understands and responds naturally.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RAG Knowledge Base 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LangChain</a:t>
            </a:r>
            <a:r>
              <a:rPr lang="en-US" dirty="0">
                <a:solidFill>
                  <a:schemeClr val="tx1"/>
                </a:solidFill>
              </a:rPr>
              <a:t> retrieves relevant farming data from a vector database before generating answers — no hallucination.</a:t>
            </a:r>
            <a:endParaRPr lang="en-US" dirty="0"/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Live Weather Data</a:t>
            </a:r>
            <a:r>
              <a:rPr lang="en-US" dirty="0">
                <a:solidFill>
                  <a:srgbClr val="D8F3D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Real-time weather via </a:t>
            </a:r>
            <a:r>
              <a:rPr lang="en-US" dirty="0" err="1">
                <a:solidFill>
                  <a:schemeClr val="tx1"/>
                </a:solidFill>
              </a:rPr>
              <a:t>OpenWeather</a:t>
            </a:r>
            <a:r>
              <a:rPr lang="en-US" dirty="0">
                <a:solidFill>
                  <a:schemeClr val="tx1"/>
                </a:solidFill>
              </a:rPr>
              <a:t> API. Temperature, humidity &amp; farming alerts for any Indian city.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Mandi Price Tracker :</a:t>
            </a:r>
            <a:r>
              <a:rPr lang="en-US" dirty="0">
                <a:solidFill>
                  <a:srgbClr val="D8F3D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Live market prices via web search. Farmers know today's rates before going to the mandi.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Soil Health Checker: </a:t>
            </a:r>
            <a:r>
              <a:rPr lang="en-US" dirty="0">
                <a:solidFill>
                  <a:schemeClr val="tx1"/>
                </a:solidFill>
              </a:rPr>
              <a:t>Identifies soil type (alluvial, black, red, sandy) and recommends the best crops for that soil.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Pest Guide:</a:t>
            </a:r>
            <a:r>
              <a:rPr lang="en-US" dirty="0">
                <a:solidFill>
                  <a:srgbClr val="D8F3DC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Identifies common pests and gives both chemical and organic solutions with affected crop details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1012954"/>
            <a:ext cx="88239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1FARMER (User)</a:t>
            </a:r>
            <a:r>
              <a:rPr lang="en-US" dirty="0">
                <a:solidFill>
                  <a:schemeClr val="tx1"/>
                </a:solidFill>
              </a:rPr>
              <a:t>– Hindi / English query via React Chat UI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/>
              <a:t>2) </a:t>
            </a:r>
            <a:r>
              <a:rPr lang="en-US" b="1" dirty="0">
                <a:solidFill>
                  <a:schemeClr val="tx1"/>
                </a:solidFill>
              </a:rPr>
              <a:t>FLASK API BACKEND--</a:t>
            </a:r>
            <a:r>
              <a:rPr lang="en-US" dirty="0">
                <a:solidFill>
                  <a:schemeClr val="tx1"/>
                </a:solidFill>
              </a:rPr>
              <a:t>REST endpoints: /chat  /weather  →  Orchestrates all services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/>
              <a:t>3) </a:t>
            </a:r>
            <a:r>
              <a:rPr lang="en-US" b="1" dirty="0">
                <a:solidFill>
                  <a:schemeClr val="tx1"/>
                </a:solidFill>
              </a:rPr>
              <a:t>IBM WATSONX AI  +  GRANITE--</a:t>
            </a:r>
            <a:r>
              <a:rPr lang="en-US" dirty="0">
                <a:solidFill>
                  <a:schemeClr val="tx1"/>
                </a:solidFill>
              </a:rPr>
              <a:t>meta-llama/llama-3-3-70b via </a:t>
            </a:r>
            <a:r>
              <a:rPr lang="en-US" dirty="0" err="1">
                <a:solidFill>
                  <a:schemeClr val="tx1"/>
                </a:solidFill>
              </a:rPr>
              <a:t>Watsonx</a:t>
            </a:r>
            <a:r>
              <a:rPr lang="en-US" dirty="0">
                <a:solidFill>
                  <a:schemeClr val="tx1"/>
                </a:solidFill>
              </a:rPr>
              <a:t> Runtime (</a:t>
            </a:r>
            <a:r>
              <a:rPr lang="en-US" dirty="0" err="1">
                <a:solidFill>
                  <a:schemeClr val="tx1"/>
                </a:solidFill>
              </a:rPr>
              <a:t>eu-gb</a:t>
            </a:r>
            <a:r>
              <a:rPr lang="en-US" dirty="0">
                <a:solidFill>
                  <a:schemeClr val="tx1"/>
                </a:solidFill>
              </a:rPr>
              <a:t>) — Generates intelligent farming answers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4) </a:t>
            </a:r>
            <a:r>
              <a:rPr lang="en-US" b="1" dirty="0">
                <a:solidFill>
                  <a:schemeClr val="tx1"/>
                </a:solidFill>
              </a:rPr>
              <a:t>RAG PIPELINE--</a:t>
            </a:r>
            <a:r>
              <a:rPr lang="en-US" dirty="0" err="1">
                <a:solidFill>
                  <a:schemeClr val="tx1"/>
                </a:solidFill>
              </a:rPr>
              <a:t>LangChain</a:t>
            </a:r>
            <a:r>
              <a:rPr lang="en-US" dirty="0">
                <a:solidFill>
                  <a:schemeClr val="tx1"/>
                </a:solidFill>
              </a:rPr>
              <a:t>  →  </a:t>
            </a:r>
            <a:r>
              <a:rPr lang="en-US" dirty="0" err="1">
                <a:solidFill>
                  <a:schemeClr val="tx1"/>
                </a:solidFill>
              </a:rPr>
              <a:t>ChromaDB</a:t>
            </a:r>
            <a:r>
              <a:rPr lang="en-US" dirty="0">
                <a:solidFill>
                  <a:schemeClr val="tx1"/>
                </a:solidFill>
              </a:rPr>
              <a:t>  →  </a:t>
            </a:r>
            <a:r>
              <a:rPr lang="en-US" dirty="0" err="1">
                <a:solidFill>
                  <a:schemeClr val="tx1"/>
                </a:solidFill>
              </a:rPr>
              <a:t>HuggingFace</a:t>
            </a:r>
            <a:r>
              <a:rPr lang="en-US" dirty="0">
                <a:solidFill>
                  <a:schemeClr val="tx1"/>
                </a:solidFill>
              </a:rPr>
              <a:t> Embeddings  →  Farming Knowledge Base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5)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LIVE DATA SOURCES</a:t>
            </a:r>
            <a:r>
              <a:rPr lang="en-US" b="1" dirty="0">
                <a:highlight>
                  <a:srgbClr val="FFFF00"/>
                </a:highlight>
              </a:rPr>
              <a:t> -- </a:t>
            </a:r>
            <a:r>
              <a:rPr lang="en-US" dirty="0" err="1">
                <a:solidFill>
                  <a:srgbClr val="1A3A2A"/>
                </a:solidFill>
                <a:highlight>
                  <a:srgbClr val="FFFF00"/>
                </a:highlight>
              </a:rPr>
              <a:t>OpenWeather</a:t>
            </a:r>
            <a:r>
              <a:rPr lang="en-US" dirty="0">
                <a:solidFill>
                  <a:srgbClr val="1A3A2A"/>
                </a:solidFill>
                <a:highlight>
                  <a:srgbClr val="FFFF00"/>
                </a:highlight>
              </a:rPr>
              <a:t> API (weather)  |  DuckDuckGo Search (mandi prices)  |  farming_knowledge.txt</a:t>
            </a:r>
            <a:endParaRPr lang="en-US" dirty="0">
              <a:highlight>
                <a:srgbClr val="FFFF00"/>
              </a:highlight>
            </a:endParaRP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D7FBEB-3F18-75FA-8F78-024D82A363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77" b="25450"/>
          <a:stretch>
            <a:fillRect/>
          </a:stretch>
        </p:blipFill>
        <p:spPr>
          <a:xfrm>
            <a:off x="537590" y="1024760"/>
            <a:ext cx="10561334" cy="460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DDBE5-229D-31BE-0B12-3CD9944D2E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17" b="18150"/>
          <a:stretch>
            <a:fillRect/>
          </a:stretch>
        </p:blipFill>
        <p:spPr>
          <a:xfrm>
            <a:off x="224410" y="907325"/>
            <a:ext cx="11430000" cy="50292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Smart Farming Agent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167493"/>
            <a:ext cx="75529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Agentic AI enables the Smart Farming Agent to function as an intelligent, autonomous system rather than a simple query-response tool. Using IBM watsonx.ai and IBM Granite models, it coordinates multiple specialized agents to deliver data-driven farming guidance and actionable insights to farmers.</a:t>
            </a:r>
          </a:p>
          <a:p>
            <a:pPr algn="just"/>
            <a:r>
              <a:rPr lang="en-IN" dirty="0"/>
              <a:t>Each agent performs a specific role — such as analyzing soil conditions, recommending suitable crops, predicting weather impacts, detecting plant diseases, and advising on irrigation or fertilizer usage — while working collaboratively as a unified system. This multi-agent approach ensures efficient task execution and highly accurate agricultural recommendations.</a:t>
            </a:r>
          </a:p>
          <a:p>
            <a:pPr algn="just"/>
            <a:r>
              <a:rPr lang="en-IN" dirty="0"/>
              <a:t>Agentic AI also brings context awareness, understanding farm-specific details like location, soil type, crop history, and seasonal patterns to generate tailored guidance. It supports real-time adaptation, continuously updating suggestions based on dynamic inputs such as live sensor data, weather changes, and crop growth stages.</a:t>
            </a:r>
          </a:p>
          <a:p>
            <a:pPr algn="just"/>
            <a:r>
              <a:rPr lang="en-IN" dirty="0"/>
              <a:t>Additionally, agents communicate with each other, enabling smarter decision-making — for example, combining soil moisture data with weather forecasts to optimize irrigation schedules automatically.</a:t>
            </a:r>
          </a:p>
          <a:p>
            <a:pPr algn="just"/>
            <a:r>
              <a:rPr lang="en-IN" dirty="0"/>
              <a:t>Overall, Agentic AI makes the Smart Farming Agent proactive, personalized, and goal-driven — acting like a smart digital farming assistant that empowers farmers to make better decisions, reduce crop losses, and improve yields sustainably.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b="1" dirty="0"/>
              <a:t>React (v19.2.7)</a:t>
            </a:r>
            <a:r>
              <a:rPr lang="en-IN" sz="1800" dirty="0"/>
              <a:t> – For building the frontend user interface where farmers can interact with </a:t>
            </a:r>
            <a:r>
              <a:rPr lang="en-IN" sz="1800" dirty="0" err="1"/>
              <a:t>KisanAI</a:t>
            </a:r>
            <a:r>
              <a:rPr lang="en-IN" sz="1800" dirty="0"/>
              <a:t> through a chat-based web application.</a:t>
            </a:r>
          </a:p>
          <a:p>
            <a:pPr algn="just"/>
            <a:r>
              <a:rPr lang="en-IN" sz="1800" b="1" dirty="0"/>
              <a:t>Flask (Python)</a:t>
            </a:r>
            <a:r>
              <a:rPr lang="en-IN" sz="1800" dirty="0"/>
              <a:t> – For building the backend REST API that handles incoming chat requests, processes user messages, and returns AI-generated farming responses.</a:t>
            </a:r>
          </a:p>
          <a:p>
            <a:pPr algn="just"/>
            <a:r>
              <a:rPr lang="en-IN" sz="1800" b="1" dirty="0"/>
              <a:t>Flask-CORS</a:t>
            </a:r>
            <a:r>
              <a:rPr lang="en-IN" sz="1800" dirty="0"/>
              <a:t> – For enabling secure cross-origin communication between the React frontend and the Flask backend running on different ports.</a:t>
            </a:r>
          </a:p>
          <a:p>
            <a:pPr algn="just"/>
            <a:r>
              <a:rPr lang="en-IN" sz="1800" b="1" dirty="0"/>
              <a:t>IBM Granite Model (e.g. ibm-granite-3-2-8b)</a:t>
            </a:r>
            <a:r>
              <a:rPr lang="en-IN" sz="1800" dirty="0"/>
              <a:t> – For natural language understanding and reasoning, generating intelligent, context-aware farming advice in Hindi and other regional languages based on the farmer's query.</a:t>
            </a:r>
          </a:p>
          <a:p>
            <a:pPr algn="just"/>
            <a:r>
              <a:rPr lang="en-IN" sz="1800" b="1" dirty="0"/>
              <a:t>IBM Watsonx.ai</a:t>
            </a:r>
            <a:r>
              <a:rPr lang="en-IN" sz="1800" dirty="0"/>
              <a:t> – For model deployment and AI inference, providing the platform to access and run the IBM Granite model securely and at scale.</a:t>
            </a:r>
          </a:p>
          <a:p>
            <a:pPr algn="just"/>
            <a:r>
              <a:rPr lang="en-IN" sz="1800" b="1" dirty="0"/>
              <a:t>IBM Cloud</a:t>
            </a:r>
            <a:r>
              <a:rPr lang="en-IN" sz="1800" dirty="0"/>
              <a:t> – It provides the infrastructure to build, deploy, and scale </a:t>
            </a:r>
            <a:r>
              <a:rPr lang="en-IN" sz="1800" dirty="0" err="1"/>
              <a:t>KisanAI</a:t>
            </a:r>
            <a:r>
              <a:rPr lang="en-IN" sz="1800" dirty="0"/>
              <a:t> efficiently. IBM Cloud enables a reliable, secure, and scalable environment for running both the backend and AI models in production.</a:t>
            </a:r>
          </a:p>
          <a:p>
            <a:pPr algn="just"/>
            <a:r>
              <a:rPr lang="en-IN" sz="1800" b="1" dirty="0" err="1"/>
              <a:t>OpenWeatherMap</a:t>
            </a:r>
            <a:r>
              <a:rPr lang="en-IN" sz="1800" b="1" dirty="0"/>
              <a:t> API</a:t>
            </a:r>
            <a:r>
              <a:rPr lang="en-IN" sz="1800" dirty="0"/>
              <a:t> – For fetching real-time weather data based on the farmer's city, which is injected into the AI prompt to provide location-specific and season-aware farming recommendations.</a:t>
            </a:r>
          </a:p>
          <a:p>
            <a:pPr algn="just"/>
            <a:r>
              <a:rPr lang="en-IN" sz="1800" b="1" dirty="0"/>
              <a:t>Python-</a:t>
            </a:r>
            <a:r>
              <a:rPr lang="en-IN" sz="1800" b="1" dirty="0" err="1"/>
              <a:t>dotenv</a:t>
            </a:r>
            <a:r>
              <a:rPr lang="en-IN" sz="1800" dirty="0"/>
              <a:t> – For securely managing API keys and environment variables such as IBM </a:t>
            </a:r>
            <a:r>
              <a:rPr lang="en-IN" sz="1800" dirty="0" err="1"/>
              <a:t>Watsonx</a:t>
            </a:r>
            <a:r>
              <a:rPr lang="en-IN" sz="1800" dirty="0"/>
              <a:t> credentials and weather API tokens without hardcoding them in the source code.</a:t>
            </a:r>
          </a:p>
          <a:p>
            <a:pPr algn="just"/>
            <a:r>
              <a:rPr lang="en-IN" sz="1800" b="1" dirty="0" err="1"/>
              <a:t>npm</a:t>
            </a:r>
            <a:r>
              <a:rPr lang="en-IN" sz="1800" b="1" dirty="0"/>
              <a:t> / Create React App</a:t>
            </a:r>
            <a:r>
              <a:rPr lang="en-IN" sz="1800" dirty="0"/>
              <a:t> – For managing frontend dependencies, build tooling, and running the React development server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946297"/>
            <a:ext cx="1128621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/>
              <a:t>The proposed </a:t>
            </a:r>
            <a:r>
              <a:rPr lang="en-IN" sz="1800" dirty="0" err="1"/>
              <a:t>KisanAI</a:t>
            </a:r>
            <a:r>
              <a:rPr lang="en-IN" sz="1800" dirty="0"/>
              <a:t> Smart Farming Agent stands out by combining Agentic AI, real-time weather intelligence, and multilingual personalization into a single intelligent farming assistant built specifically for Indian farmers.</a:t>
            </a:r>
          </a:p>
          <a:p>
            <a:pPr algn="just"/>
            <a:r>
              <a:rPr lang="en-IN" sz="1800" b="1" dirty="0"/>
              <a:t>Farmer-Centric Conversational AI</a:t>
            </a:r>
            <a:r>
              <a:rPr lang="en-IN" sz="1800" dirty="0"/>
              <a:t> – Instead of a generic chatbot, </a:t>
            </a:r>
            <a:r>
              <a:rPr lang="en-IN" sz="1800" dirty="0" err="1"/>
              <a:t>KisanAI</a:t>
            </a:r>
            <a:r>
              <a:rPr lang="en-IN" sz="1800" dirty="0"/>
              <a:t> is purpose-built for agriculture, understanding farming-specific queries in Hindi and regional languages, making it accessible to rural farmers who are not comfortable with English.</a:t>
            </a:r>
          </a:p>
          <a:p>
            <a:pPr algn="just"/>
            <a:r>
              <a:rPr lang="en-IN" sz="1800" b="1" dirty="0"/>
              <a:t>Weather-Aware Intelligent Responses</a:t>
            </a:r>
            <a:r>
              <a:rPr lang="en-IN" sz="1800" dirty="0"/>
              <a:t> – Uniquely integrates real-time weather data from the farmer's city directly into the AI prompt, ensuring every farming recommendation is location-specific, season-aware, and practically actionable.</a:t>
            </a:r>
          </a:p>
          <a:p>
            <a:pPr algn="just"/>
            <a:r>
              <a:rPr lang="en-IN" sz="1800" b="1" dirty="0"/>
              <a:t>Multilingual Support</a:t>
            </a:r>
            <a:r>
              <a:rPr lang="en-IN" sz="1800" dirty="0"/>
              <a:t> – Delivers AI-generated responses in Hindi and other regional languages, bridging the language barrier that prevents most farmers from benefiting from modern agricultural technology.</a:t>
            </a:r>
          </a:p>
          <a:p>
            <a:pPr algn="just"/>
            <a:r>
              <a:rPr lang="en-IN" sz="1800" b="1" dirty="0"/>
              <a:t>Greeting-Aware Context Management</a:t>
            </a:r>
            <a:r>
              <a:rPr lang="en-IN" sz="1800" dirty="0"/>
              <a:t> – Intelligently detects whether a message is a casual greeting or a farming query, avoiding unnecessary weather injection and ensuring natural, human-like conversations.</a:t>
            </a:r>
          </a:p>
          <a:p>
            <a:pPr algn="just"/>
            <a:r>
              <a:rPr lang="en-IN" sz="1800" b="1" dirty="0"/>
              <a:t>IBM Granite-Powered Reasoning</a:t>
            </a:r>
            <a:r>
              <a:rPr lang="en-IN" sz="1800" dirty="0"/>
              <a:t> – Leverages IBM Granite models via IBM Watsonx.ai for deep agricultural reasoning, providing reliable, governed, and enterprise-grade AI responses rather than unverified internet answers.</a:t>
            </a:r>
          </a:p>
          <a:p>
            <a:pPr algn="just"/>
            <a:r>
              <a:rPr lang="en-IN" sz="1800" b="1" dirty="0"/>
              <a:t>Modular &amp; Scalable Architecture</a:t>
            </a:r>
            <a:r>
              <a:rPr lang="en-IN" sz="1800" dirty="0"/>
              <a:t> – Built with a clean separation of concerns — dedicated modules for AI (</a:t>
            </a:r>
            <a:r>
              <a:rPr lang="en-IN" dirty="0"/>
              <a:t>watsonx_client.py</a:t>
            </a:r>
            <a:r>
              <a:rPr lang="en-IN" sz="1800" dirty="0"/>
              <a:t>) and weather (</a:t>
            </a:r>
            <a:r>
              <a:rPr lang="en-IN" dirty="0"/>
              <a:t>weather_service.py</a:t>
            </a:r>
            <a:r>
              <a:rPr lang="en-IN" sz="1800" dirty="0"/>
              <a:t>) — making it easy to plug in new agents like crop disease detection, soil analysis, or market price tracking in the future.</a:t>
            </a:r>
          </a:p>
          <a:p>
            <a:pPr algn="just"/>
            <a:r>
              <a:rPr lang="en-IN" sz="1800" b="1" dirty="0"/>
              <a:t>Hyperlocal Focus for Indian Agriculture</a:t>
            </a:r>
            <a:r>
              <a:rPr lang="en-IN" sz="1800" dirty="0"/>
              <a:t> – Defaults to Indian cities (e.g., Meerut) and Hindi language, making it uniquely tailored for the needs of Indian farmers rather than being a generic global solution.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</a:rPr>
              <a:t>https://github.com/anjalipatwal26-ap/smart-farming-agent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94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Crop Disease Detection</a:t>
            </a:r>
            <a:r>
              <a:rPr lang="en-IN" dirty="0"/>
              <a:t> – Farmers can upload crop photos to get instant AI-based disease and pest diagnosis.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Soil Health Analysis</a:t>
            </a:r>
            <a:r>
              <a:rPr lang="en-IN" dirty="0"/>
              <a:t> – Personalized fertilizer and crop recommendations based on soil test inputs.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Market Price Intelligence</a:t>
            </a:r>
            <a:r>
              <a:rPr lang="en-IN" dirty="0"/>
              <a:t> – Real-time mandi price integration to help farmers sell at the right time and place.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Voice Assistant Support</a:t>
            </a:r>
            <a:r>
              <a:rPr lang="en-IN" dirty="0"/>
              <a:t> – Voice-based interaction in Hindi and regional languages for low-literacy farmers.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IoT Sensor Integration</a:t>
            </a:r>
            <a:r>
              <a:rPr lang="en-IN" dirty="0"/>
              <a:t> – Connect with smart sensors for automated irrigation and real-time field monitoring.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Personalized Crop Calendar</a:t>
            </a:r>
            <a:r>
              <a:rPr lang="en-IN" dirty="0"/>
              <a:t> – AI-generated reminders for sowing, fertilizing, and harvesting based on location and crop type.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Government Scheme Advisor</a:t>
            </a:r>
            <a:r>
              <a:rPr lang="en-IN" dirty="0"/>
              <a:t> – Guide farmers about relevant subsidies, loans, and insurance schemes based on their profile.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RAG-Based Knowledge Base</a:t>
            </a:r>
            <a:r>
              <a:rPr lang="en-IN" dirty="0"/>
              <a:t> – Implement RAG for more accurate, citation-backed farming responses.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Mobile App</a:t>
            </a:r>
            <a:r>
              <a:rPr lang="en-IN" dirty="0"/>
              <a:t> – A lightweight Android app optimized for rural farmers with low-end devices and slow internet.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Multi-Language Expansion</a:t>
            </a:r>
            <a:r>
              <a:rPr lang="en-IN" dirty="0"/>
              <a:t> – Support more regional languages like Tamil, Telugu, Marathi, and Punjabi to reach farmers pan-India.</a:t>
            </a:r>
          </a:p>
          <a:p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IN" dirty="0"/>
          </a:p>
          <a:p>
            <a:br>
              <a:rPr lang="en-IN" sz="2000" dirty="0"/>
            </a:b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1448</Words>
  <Application>Microsoft Office PowerPoint</Application>
  <PresentationFormat>Widescreen</PresentationFormat>
  <Paragraphs>125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user</cp:lastModifiedBy>
  <cp:revision>36</cp:revision>
  <dcterms:created xsi:type="dcterms:W3CDTF">2025-07-08T05:06:56Z</dcterms:created>
  <dcterms:modified xsi:type="dcterms:W3CDTF">2026-06-05T05:26:19Z</dcterms:modified>
</cp:coreProperties>
</file>